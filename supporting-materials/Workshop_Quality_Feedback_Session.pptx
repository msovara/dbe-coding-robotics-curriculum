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  Workshop Quality Feedback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Purpose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Get honest feedback on the quality of this workshop so the next cohort is better.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How we will run this (15–20 minutes)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1. Frame (1 min) — honest feedback; names optional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2. Silent write (5 min) — sticky notes or evaluation form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3. Share-out (8–10 min) — each table: 1 keep + 1 improve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4. Close (2 min) — thank you; note what we will act 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4A5568"/>
                </a:solidFill>
                <a:latin typeface="Calibri"/>
              </a:rPr>
              <a:t>If we only have 10 minutes: use questions 1, 2, 3, 8 and 10.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  Questions — Workshop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1. Overall, how would you rate this workshop? (1–5)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2. What was the strongest part of the week?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3. What was the weakest part, and how would you fix it?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4. Was the pace too fast / just right / too slow?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5. Did theory and hands-on feel balanced?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34440"/>
            <a:ext cx="5394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6. How clear and helpful were the facilitators?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7. How useful were the materials (guides, .sb3, slides)?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8. How confident do you feel to train/teach this after the workshop? (1–5)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9. Would you recommend this workshop to a colleague? Why / why not?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10. One change that would most improve quality next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  Facilitator Tips &amp; 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Facilitator tips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Ask for examples, not slogans (“Day 2 Catch Game demo was clear”).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Separate content vs delivery vs logistics.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Don’t defend in the room — note it, thank them, move on.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Exit ticket (write one sentence)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This workshop would be excellent if…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Written form (optional detail): supporting-materials/workshop-evaluation-form.md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DSTI–CHPC Coding &amp; Robotics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